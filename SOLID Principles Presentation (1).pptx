
<file path=[Content_Types].xml><?xml version="1.0" encoding="utf-8"?>
<Types xmlns="http://schemas.openxmlformats.org/package/2006/content-types">
  <Default ContentType="image/jpg" Extension="jpg"/>
  <Default ContentType="application/xml" Extension="xml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11309350" cx="20104100"/>
  <p:notesSz cx="20104100" cy="11309350"/>
  <p:defaultTextStyle>
    <a:defPPr lvl="0">
      <a:defRPr kern="0"/>
    </a:defPPr>
    <a:lvl1pPr lvl="0"/>
    <a:lvl2pPr lvl="1"/>
    <a:lvl3pPr lvl="2"/>
    <a:lvl4pPr lvl="3"/>
    <a:lvl5pPr lvl="4"/>
    <a:lvl6pPr lvl="5"/>
    <a:lvl7pPr lvl="6"/>
    <a:lvl8pPr lvl="7"/>
    <a:lvl9pPr lvl="8"/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